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5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67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Welkom. Ik ben Paschal Bongyu. Vandaag presenteer ik hoe we ruwe geodata omzetten naar betrouwbare inzichten.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Datakwaliteit is cruciaal. dbt borgt kwaliteit direct aan de bron.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Een schaalbare, transparante en reproduceerbare aanpak.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 Bronze-laag verzamelt alle ruwe data samen.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overwonnen PAT-beperkingen met Azure OAuth.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Essentiële tools lokaal geïnstalleerd en getest.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zetten complexe geodata om in analyseerbare structuren.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Onze data voldoet aan alle kwaliteitsregels.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Een robuuste en betrouwbare datapipeline.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Elke stap is gecontroleerd, getest en transparant.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 pipeline levert strategische waarde voor Kadaster.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Dank u wel. Ik beantwoord graag uw vragen.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46649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rPr dirty="0" err="1"/>
              <a:t>Datakwaliteit</a:t>
            </a:r>
            <a:r>
              <a:rPr dirty="0"/>
              <a:t> &amp; </a:t>
            </a:r>
            <a:r>
              <a:rPr dirty="0" err="1"/>
              <a:t>Transformatie</a:t>
            </a:r>
            <a:r>
              <a:rPr dirty="0"/>
              <a:t> met </a:t>
            </a:r>
            <a:r>
              <a:rPr dirty="0" err="1"/>
              <a:t>dbt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600">
                <a:solidFill>
                  <a:srgbClr val="000000"/>
                </a:solidFill>
              </a:defRPr>
            </a:pPr>
            <a:r>
              <a:t>Van ruwe geodata naar betrouwbare inzichten voor beleid, vastgoed en GIS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Digitale Kadastrale Kaart – end-to-end ETL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rPr dirty="0" err="1"/>
              <a:t>Waarom</a:t>
            </a:r>
            <a:r>
              <a:rPr dirty="0"/>
              <a:t> </a:t>
            </a:r>
            <a:r>
              <a:rPr dirty="0" err="1"/>
              <a:t>Datakwaliteit</a:t>
            </a:r>
            <a:r>
              <a:rPr dirty="0"/>
              <a:t> </a:t>
            </a:r>
            <a:r>
              <a:rPr dirty="0" err="1"/>
              <a:t>Telt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600">
                <a:solidFill>
                  <a:srgbClr val="000000"/>
                </a:solidFill>
              </a:defRPr>
            </a:pPr>
            <a:r>
              <a:rPr dirty="0"/>
              <a:t>Goede data → </a:t>
            </a:r>
            <a:r>
              <a:rPr dirty="0" err="1"/>
              <a:t>betere</a:t>
            </a:r>
            <a:r>
              <a:rPr dirty="0"/>
              <a:t> </a:t>
            </a:r>
            <a:r>
              <a:rPr dirty="0" err="1"/>
              <a:t>beslissingen</a:t>
            </a:r>
            <a:endParaRPr dirty="0"/>
          </a:p>
          <a:p>
            <a:pPr>
              <a:defRPr sz="2600">
                <a:solidFill>
                  <a:srgbClr val="000000"/>
                </a:solidFill>
              </a:defRPr>
            </a:pPr>
            <a:r>
              <a:rPr dirty="0" err="1"/>
              <a:t>Slechte</a:t>
            </a:r>
            <a:r>
              <a:rPr dirty="0"/>
              <a:t> data → </a:t>
            </a:r>
            <a:r>
              <a:rPr dirty="0" err="1"/>
              <a:t>fouten</a:t>
            </a:r>
            <a:r>
              <a:rPr dirty="0"/>
              <a:t>, </a:t>
            </a:r>
            <a:r>
              <a:rPr dirty="0" err="1"/>
              <a:t>risico’s</a:t>
            </a:r>
            <a:r>
              <a:rPr dirty="0"/>
              <a:t> &amp; compliance-issues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rPr dirty="0" err="1"/>
              <a:t>dbt</a:t>
            </a:r>
            <a:r>
              <a:rPr dirty="0"/>
              <a:t> = </a:t>
            </a:r>
            <a:r>
              <a:rPr dirty="0" err="1"/>
              <a:t>geautomatiseerde</a:t>
            </a:r>
            <a:r>
              <a:rPr dirty="0"/>
              <a:t> </a:t>
            </a:r>
            <a:r>
              <a:rPr dirty="0" err="1"/>
              <a:t>kwaliteitscontrole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rPr dirty="0" err="1"/>
              <a:t>Projectoverzicht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600">
                <a:solidFill>
                  <a:srgbClr val="000000"/>
                </a:solidFill>
              </a:defRPr>
            </a:pPr>
            <a:r>
              <a:t>Doel: bedrijfslogica + kwaliteitscontrole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Aanpak: modulaire dbt-transformaties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Tools: Spark, Delta Lake, dbt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Bronze-laag ingestie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600">
                <a:solidFill>
                  <a:srgbClr val="000000"/>
                </a:solidFill>
              </a:defRPr>
            </a:pPr>
            <a:r>
              <a:t>GML → Spark ingestiescript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Delta table: dpt_test_bronze.bron.kadastraal_data_delta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Centrale opslag (‘single source of truth’)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dbt Configuratie &amp; Authenticatie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600">
                <a:solidFill>
                  <a:srgbClr val="000000"/>
                </a:solidFill>
              </a:defRPr>
            </a:pPr>
            <a:r>
              <a:t>dbt init → PAT failed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Azure CLI login → az login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profiles.yml geconfigureerd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Verbinding geslaagd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Tool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600">
                <a:solidFill>
                  <a:srgbClr val="000000"/>
                </a:solidFill>
              </a:defRPr>
            </a:pPr>
            <a:r>
              <a:t>Python → python --version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dbt-databricks → pip install dbt-databricks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Git → git --version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Transformatie Modellen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600">
                <a:solidFill>
                  <a:srgbClr val="000000"/>
                </a:solidFill>
              </a:defRPr>
            </a:pPr>
            <a:r>
              <a:t>Flattening van GML-structuren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Aggregatie per gemeente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Filter: oppervlakte &gt;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Validatiestrategie met dbt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600">
                <a:solidFill>
                  <a:srgbClr val="000000"/>
                </a:solidFill>
              </a:defRPr>
            </a:pPr>
            <a:r>
              <a:t>not_null, unique, accepted_values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Custom: test_oppervlakte_positive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11 van 11 tests geslaagd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Resultaten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600">
                <a:solidFill>
                  <a:srgbClr val="000000"/>
                </a:solidFill>
              </a:defRPr>
            </a:pPr>
            <a:r>
              <a:t>Succesvolle modelbouw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Geen duplicaten of nulls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Data klaar voor BI &amp; GIS analyse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Pipeline Overzicht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600">
                <a:solidFill>
                  <a:srgbClr val="000000"/>
                </a:solidFill>
              </a:defRPr>
            </a:pPr>
            <a:r>
              <a:t>GML → Spark → Delta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dbt Models → dbt Tests → BI Tools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Volledig reproduceerbaar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600">
                <a:solidFill>
                  <a:srgbClr val="000000"/>
                </a:solidFill>
              </a:defRPr>
            </a:pPr>
            <a:r>
              <a:t>Betrouwbare inzichten voor beleid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Minder risico’s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Snellere time-to-insight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Vragen &amp; Afsluiting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600">
                <a:solidFill>
                  <a:srgbClr val="000000"/>
                </a:solidFill>
              </a:defRPr>
            </a:pPr>
            <a:r>
              <a:t>Bedankt voor uw aandacht</a:t>
            </a:r>
          </a:p>
          <a:p>
            <a:pPr>
              <a:defRPr sz="2600">
                <a:solidFill>
                  <a:srgbClr val="000000"/>
                </a:solidFill>
              </a:defRPr>
            </a:pPr>
            <a:r>
              <a:t>Vragen zijn welkom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331</Words>
  <Application>Microsoft Office PowerPoint</Application>
  <PresentationFormat>Aangepast</PresentationFormat>
  <Paragraphs>71</Paragraphs>
  <Slides>12</Slides>
  <Notes>12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Bongyu, Paschal</cp:lastModifiedBy>
  <cp:revision>2</cp:revision>
  <dcterms:created xsi:type="dcterms:W3CDTF">2013-01-27T09:14:16Z</dcterms:created>
  <dcterms:modified xsi:type="dcterms:W3CDTF">2025-12-08T08:49:59Z</dcterms:modified>
  <cp:category/>
</cp:coreProperties>
</file>